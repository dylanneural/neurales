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55264"/>
            <a:ext cx="12188952" cy="36576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NeuralES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4A3B8"/>
                </a:solidFill>
              </a:rPr>
              <a:t>Système d'analyse EEG de la fatigue cognitive en temps réel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Dylan Andrade Pereira  ·  Ynov Campus Toulouse  ·  Juin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657600"/>
            <a:ext cx="73152" cy="228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3657600"/>
            <a:ext cx="73152" cy="2286000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657600"/>
            <a:ext cx="73152" cy="22860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3657600"/>
            <a:ext cx="73152" cy="2286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Sommaire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760720" cy="109728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" cy="10972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D4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353312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Contexte &amp; Problématique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39"/>
            <a:ext cx="5760720" cy="109728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377439"/>
            <a:ext cx="54864" cy="1097280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1459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FF9D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633472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Objectifs du projet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57600"/>
            <a:ext cx="5760720" cy="109728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54864" cy="109728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794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D600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913632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Architecture globale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37759"/>
            <a:ext cx="5760720" cy="109728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937759"/>
            <a:ext cx="54864" cy="109728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84FC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193792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Réalisations techniques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1097280"/>
            <a:ext cx="5760720" cy="109728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1097280"/>
            <a:ext cx="54864" cy="10972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12344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B923C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1353312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Démonstration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2377439"/>
            <a:ext cx="5760720" cy="109728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75120" y="2377439"/>
            <a:ext cx="54864" cy="10972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251459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B6B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2633472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Difficultés rencontrées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3657600"/>
            <a:ext cx="5760720" cy="109728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75120" y="3657600"/>
            <a:ext cx="54864" cy="10972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3794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D4FF"/>
                </a:solidFill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3913632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Perspectives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La fatigue cognitive : un enjeu invisible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Contexte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303520" cy="512064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Dégradation des performances mentales due à une activité intellectuelle soutenue : baisse de concentration, augmentation du temps de réaction, mauvaise prise de décision.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</a:rPr>
              <a:t>Domaines à risque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Chirurgie &amp; médecine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9300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Aviation &amp; transport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7705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Industrie &amp; nucléaire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6110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Sport de haut niveau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6B"/>
                </a:solidFill>
              </a:rPr>
              <a:t>Problème actuel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Mesure subjective uniquement (questionnaires) — pas de détection objective en temps réel.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097280"/>
            <a:ext cx="5760720" cy="2286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234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600"/>
                </a:solidFill>
              </a:rPr>
              <a:t>Impact réel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64592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Un chirurgien après 24h de garde commet 20% d'erreurs supplémentaires (étude Harvard, 2004)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3657600"/>
            <a:ext cx="5760720" cy="256032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794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FF9D"/>
                </a:solidFill>
              </a:rPr>
              <a:t>Solution envisagée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20624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L'EEG permet de détecter des marqueurs biomédicaux objectifs de la fatigue cognitive en temps réel.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L'EEG comme outil de mesure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Contexte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7772400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4864" cy="8229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4A3B8"/>
                </a:solidFill>
              </a:rPr>
              <a:t>Delta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1188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0.5–4 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Sommeil profond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7772400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103120"/>
            <a:ext cx="54864" cy="8229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194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6B"/>
                </a:solidFill>
              </a:rPr>
              <a:t>Thêta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4–8 Hz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Somnolence — AUGMENTE avec fatigue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08960"/>
            <a:ext cx="7772400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108960"/>
            <a:ext cx="54864" cy="82296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200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600"/>
                </a:solidFill>
              </a:rPr>
              <a:t>Alpha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8–13 Hz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Relaxation — DIMINUE avec vigilance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114800"/>
            <a:ext cx="7772400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114800"/>
            <a:ext cx="54864" cy="822960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206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FF9D"/>
                </a:solidFill>
              </a:rPr>
              <a:t>Bêta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19" y="4206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13–30 Hz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Concentration active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120640"/>
            <a:ext cx="7772400" cy="8229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5120640"/>
            <a:ext cx="54864" cy="8229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212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</a:rPr>
              <a:t>Gamma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19" y="5212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&gt; 30 Hz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5212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Traitement cognitif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1097280"/>
            <a:ext cx="3383280" cy="50292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32520" y="1280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</a:rPr>
              <a:t>Marqueur clé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1691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Indice de fatigue 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32520" y="2194560"/>
            <a:ext cx="2926080" cy="100584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23960" y="23317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FF9D"/>
                </a:solidFill>
              </a:rPr>
              <a:t>Thêta / Alpha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33832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Un ratio élevé = fatigue détectée. Mesurable en continu, en temps réel.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4663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600"/>
                </a:solidFill>
              </a:rPr>
              <a:t>Matériel : OpenBCI Ultracortex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50292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8–16 canaux · 250 Hz · Open source · ~300€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Problématique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88720"/>
            <a:ext cx="10515600" cy="2011680"/>
          </a:xfrm>
          <a:prstGeom prst="rect">
            <a:avLst/>
          </a:prstGeom>
          <a:solidFill>
            <a:srgbClr val="03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188720"/>
            <a:ext cx="73152" cy="20116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Comment concevoir une application desktop capable d'acquérir, visualiser et analyser des signaux EEG en temps réel, adaptée à un usage clinique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FF"/>
                </a:solidFill>
              </a:rPr>
              <a:t>Contraintes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31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▸  Traitement signal bas-latence (&lt; 200ms)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70831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▸  Interface lisible par un non-technicien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0974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▸  Architecture extensible (multi-patients, historique)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4865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▸  Windows 11 — déploiement simple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FF9D"/>
                </a:solidFill>
              </a:rPr>
              <a:t>Périmètre fil rouge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Phase 1 (ce semestre)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434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Stack complète backend + desktop fonctionnelle, données EEG via fichier EDF (PhysioNet Sleep)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212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</a:rPr>
              <a:t>Phase 2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5321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Connexion matériel OpenBCI réel + algorithme fatigue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Objectifs du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577840" cy="10515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9D"/>
                </a:solidFill>
              </a:rP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5331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Application desktop PySide6 complète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755648"/>
            <a:ext cx="1280160" cy="256032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FF9D"/>
                </a:solidFill>
              </a:rPr>
              <a:t>Réalisé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77439"/>
            <a:ext cx="5577840" cy="10515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060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9D"/>
                </a:solidFill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3347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Gestion des patients (CRUD)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035807"/>
            <a:ext cx="1280160" cy="256032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FF9D"/>
                </a:solidFill>
              </a:rPr>
              <a:t>Réalisé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657600"/>
            <a:ext cx="5577840" cy="10515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886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9D"/>
                </a:solidFill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91363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Acquisition EEG temps réel (WebSocket)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4315968"/>
            <a:ext cx="1280160" cy="256032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FF9D"/>
                </a:solidFill>
              </a:rPr>
              <a:t>Réalisé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937759"/>
            <a:ext cx="5577840" cy="10515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1663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9D"/>
                </a:solidFill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19379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Visualisation signal waveform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5596127"/>
            <a:ext cx="1280160" cy="256032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FF9D"/>
                </a:solidFill>
              </a:rPr>
              <a:t>Réalisé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1097280"/>
            <a:ext cx="5577840" cy="10515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325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9D"/>
                </a:solidFill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135331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Graphique 3D waterfall (Three.js)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95160" y="1755648"/>
            <a:ext cx="1280160" cy="256032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FF9D"/>
                </a:solidFill>
              </a:rPr>
              <a:t>Réalisé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2377439"/>
            <a:ext cx="5577840" cy="10515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6060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9D"/>
                </a:solidFill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263347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Casque EEG 3D interactif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95160" y="3035807"/>
            <a:ext cx="1280160" cy="256032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FF9D"/>
                </a:solidFill>
              </a:rPr>
              <a:t>Réalisé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3657600"/>
            <a:ext cx="5577840" cy="10515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886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FF9D"/>
                </a:solidFill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391363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Backend FastAPI + BDD PostgreSQL (VPS)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95160" y="4315968"/>
            <a:ext cx="1280160" cy="256032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FF9D"/>
                </a:solidFill>
              </a:rPr>
              <a:t>Réalisé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4937759"/>
            <a:ext cx="5577840" cy="10515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51663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D600"/>
                </a:solidFill>
              </a:rPr>
              <a:t>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519379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Connexion matériel OpenBCI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95160" y="5596127"/>
            <a:ext cx="1280160" cy="25603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50A14"/>
                </a:solidFill>
              </a:rPr>
              <a:t>En cours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Architecture Globale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201168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1124712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961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</a:rPr>
              <a:t>APPLICATION DESKTOP  —  PySide6 / Qt 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3474720" cy="1261872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6642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D4FF"/>
                </a:solidFill>
              </a:rPr>
              <a:t>Patients (CRUD)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3474720" cy="1261872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6642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FF9D"/>
                </a:solidFill>
              </a:rPr>
              <a:t>Acquisition + Signaux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325880"/>
            <a:ext cx="3474720" cy="1261872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9" y="16642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D600"/>
                </a:solidFill>
              </a:rPr>
              <a:t>Brain View (Three.js)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971800"/>
            <a:ext cx="54864" cy="5029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42432" y="3474720"/>
            <a:ext cx="457200" cy="256032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3063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HTTP REST  +  WebSocket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11247120" cy="164592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11247120" cy="54864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2219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9D"/>
                </a:solidFill>
              </a:rPr>
              <a:t>BACKEND  —  FastAPI + Uvicorn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24527"/>
            <a:ext cx="3474720" cy="914400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19" y="44348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D4FF"/>
                </a:solidFill>
              </a:rPr>
              <a:t>/patients  (CRUD)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4224527"/>
            <a:ext cx="3474720" cy="914400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44348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FF9D"/>
                </a:solidFill>
              </a:rPr>
              <a:t>/acquisition  start/stop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59" y="4224527"/>
            <a:ext cx="3474720" cy="914400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9" y="44348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D600"/>
                </a:solidFill>
              </a:rPr>
              <a:t>/eeg/stream  WebSocket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5532120"/>
            <a:ext cx="54864" cy="4114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742432" y="5943600"/>
            <a:ext cx="457200" cy="22860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5577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SSH Tunnel  localhost:5433 -&gt; VPS:5432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172200"/>
            <a:ext cx="11247120" cy="64008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6172200"/>
            <a:ext cx="11247120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D600"/>
                </a:solidFill>
              </a:rPr>
              <a:t>PostgreSQL 15  —  VPS OVH Debian  (51.178.30.35)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Stack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3657600" cy="530352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657600" cy="54864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FF9D"/>
                </a:solidFill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Python 3.11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500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FastAPI + Uvicorn (async)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0837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SQLAlchemy 2.0 + Alembic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6674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PostgreSQL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2511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MNE (lecture EDF)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8347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WebSocket natif asyncio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097280"/>
            <a:ext cx="3657600" cy="530352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097280"/>
            <a:ext cx="36576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17043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FF"/>
                </a:solidFill>
              </a:rPr>
              <a:t>Desktop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691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PySide6 / Qt 6.6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3500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pyqtgraph (waveform)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00837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QWebEngineView (Three.js)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66674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QWebChannel (Python↔JS)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32511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NumPy (buffer circulaire)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98347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Three.js r168 (3D)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097280"/>
            <a:ext cx="3657600" cy="530352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097280"/>
            <a:ext cx="3657600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17043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600"/>
                </a:solidFill>
              </a:rPr>
              <a:t>Infrastructure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1691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VPS OVH — Debian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3500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PostgreSQL 15 distant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00837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Tunnel SSH local :5433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66674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Serveur HTTP embarqué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32511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Données : Sleep-EDF (PhysioNet)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98347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OS : Windows 11 Pro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Gestion des Patients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Réalisations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486400" cy="530352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</a:rPr>
              <a:t>Liste patients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Avatars colorés (initiales + couleur par hash)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Badges service colorés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4 KPI cards (stats globales)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Filtre temps réel : nom, service, médecin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Bouton 'Voir' par ligne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FF9D"/>
                </a:solidFill>
              </a:rPr>
              <a:t>Création de dossier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Nom, Prénom, Date de naissance, Sexe, NSS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303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Service, Médecin référent, Notes, Remarques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70585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Scroll complet jusqu'en bas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097280"/>
            <a:ext cx="5577840" cy="5303520"/>
          </a:xfrm>
          <a:prstGeom prst="rect">
            <a:avLst/>
          </a:prstGeom>
          <a:solidFill>
            <a:srgbClr val="08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832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[ Screenshot liste patients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31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B4E63"/>
                </a:solidFill>
              </a:rPr>
              <a:t>Insérer capture d'écran ici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Acquisition EEG — Architecture Temps Réel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Réalisations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474720" cy="237744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74519" y="1280160"/>
            <a:ext cx="640080" cy="6400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4519" y="1280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50A14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D4FF"/>
                </a:solidFill>
              </a:rPr>
              <a:t>POST /acquisition/start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Crée une session en BDD
Retourne session_id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2194560"/>
            <a:ext cx="365760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474720" cy="237744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15000" y="1280160"/>
            <a:ext cx="640080" cy="640080"/>
          </a:xfrm>
          <a:prstGeom prst="ellipse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1280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50A14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0574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FF9D"/>
                </a:solidFill>
              </a:rPr>
              <a:t>WS /eeg/stream?session_id=…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5603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Connexion WebSocket
Stream JSON chunks 100ms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194560"/>
            <a:ext cx="365760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188720"/>
            <a:ext cx="3474720" cy="237744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55480" y="1280160"/>
            <a:ext cx="640080" cy="640080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1280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50A14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0574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D600"/>
                </a:solidFill>
              </a:rPr>
              <a:t>_on_ws_msg()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5603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Parse chunk Python
Met à jour les graphiques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840480"/>
            <a:ext cx="11430000" cy="26517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</a:rPr>
              <a:t>Format d'un chunk WebSocket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38912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FF9D"/>
                </a:solidFill>
              </a:rPr>
              <a:t>{
  "channels": ["EEG Fpz-Cz", "EEG Pz-Oz", ...],
  "samples":  [[-0.000045, 0.000023, ...], [...]],
  "t0":       142.3,          // timestamp départ chunk (secondes)
  "sfreq":    100.0           // fréquence d'échantillonnage (Hz)
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Visualisation Signal — Waveform (pyqtgraph)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Réalisations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029200" cy="530352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</a:rPr>
              <a:t>Fonctionnement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PlotWidget pyqtgraph, courbes multi-canaux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Buffer circulaire NumPy (5000 pts ≈ 20s)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Mise à jour à chaque chunk WebSocket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Défilement temps réel — axe X en secondes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86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Couleur différente par canal EEG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6B"/>
                </a:solidFill>
              </a:rPr>
              <a:t>Problème résolu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83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Conflit D3D11 (Qt) / OpenGL (pyqtgraph) sur Windows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FF9D"/>
                </a:solidFill>
              </a:rPr>
              <a:t>pg.setConfigOptions(useOpenGL=False)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1097280"/>
            <a:ext cx="6035040" cy="5303520"/>
          </a:xfrm>
          <a:prstGeom prst="rect">
            <a:avLst/>
          </a:prstGeom>
          <a:solidFill>
            <a:srgbClr val="08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338328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[ Screenshot waveform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9319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B4E63"/>
                </a:solidFill>
              </a:rPr>
              <a:t>Insérer capture d'écran ici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Visualisation 3D — Waterfall Chart (Three.js)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Réalisations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029200" cy="530352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</a:rPr>
              <a:t>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Chaque canal EEG = une courbe 3D. Les canaux sont empilés en profondeur (axe Z). Le temps défile sur l'axe X (fenêtre 10s).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FF9D"/>
                </a:solidFill>
              </a:rPr>
              <a:t>Implémentation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THREE.BufferGeometry + Float32Array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Buffer circulaire JS (800 points / canal)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Auto-scaling au 1er chunk (Volts → scène)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54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Fog exponentiel, grille de fond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OrbitControls (rotation / zoom / pan)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69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600"/>
                </a:solidFill>
              </a:rPr>
              <a:t>Auto-scaling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89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FF9D"/>
                </a:solidFill>
              </a:rPr>
              <a:t>ampScale = 55 / maxAbsValue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1097280"/>
            <a:ext cx="6035040" cy="5303520"/>
          </a:xfrm>
          <a:prstGeom prst="rect">
            <a:avLst/>
          </a:prstGeom>
          <a:solidFill>
            <a:srgbClr val="08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338328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[ Screenshot graphique 3D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9319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B4E63"/>
                </a:solidFill>
              </a:rPr>
              <a:t>Insérer capture d'écran ici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Casque EEG 3D Interactif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Réalisations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029200" cy="530352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</a:rPr>
              <a:t>Fonctionnalités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Modèle GLB avec électrodes nommées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Clic sur électrode → sélection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Coloration par score de fatigue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Rotation / zoom via OrbitControls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86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Chargement via GLTFLoader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17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FF9D"/>
                </a:solidFill>
              </a:rPr>
              <a:t>Communication Python ↔ 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FF9D"/>
                </a:solidFill>
              </a:rPr>
              <a:t># Python reçoit :
def on_electrode_click(self, json_str):
    data = json.loads(json_str)
// JS envoie :
_bridge.on_electrode_click(
    JSON.stringify({electrode, active})
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097280"/>
            <a:ext cx="6035040" cy="5303520"/>
          </a:xfrm>
          <a:prstGeom prst="rect">
            <a:avLst/>
          </a:prstGeom>
          <a:solidFill>
            <a:srgbClr val="08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338328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[ Screenshot casque 3D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9319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B4E63"/>
                </a:solidFill>
              </a:rPr>
              <a:t>Insérer capture d'écran ici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Bridge Python ↔ JavaScript (QWebChannel)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Réalisations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303520" cy="530352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</a:rPr>
              <a:t>Côté Python (PySide6)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FF9D"/>
                </a:solidFill>
              </a:rPr>
              <a:t>from PySide6.QtCore import QObject, Slot
from PySide6.QtWebChannel import QWebChannel
class Bridge(QObject):
    @Slot(str)
    def on_electrode_click(self, json_str):
        data = json.loads(json_str)
        # Traitement de la sélection
channel = QWebChannel()
channel.registerObject('bridge', bridge)
page.setWebChannel(channel)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600"/>
                </a:solidFill>
              </a:rPr>
              <a:t>Côté JavaScript (Three.js)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44068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600"/>
                </a:solidFill>
              </a:rPr>
              <a:t>new QWebChannel(qt.webChannelTransport,
  ch =&gt; { window._bridge = ch.objects.bridge; });
// Envoyer vers Python :
_bridge.on_electrode_click(JSON.stringify({electrode, active}));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097280"/>
            <a:ext cx="5760720" cy="530352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</a:rPr>
              <a:t>Pourquoi QWebChannel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Communication directe Python ↔ 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86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Pas de serveur HTTP intermédiaire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8346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Synchrone, sans WebSocket externe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3832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Signal/Slot natif Qt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3931920"/>
            <a:ext cx="5760720" cy="246888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069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FF9D"/>
                </a:solidFill>
              </a:rPr>
              <a:t>Serveur HTTP embarqué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Three.js ne peut pas être chargé en file://. Un TCPServer Python démarre sur un port aléatoire au lancement et sert les fichiers vendor + HTML.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Difficultés Techniques &amp;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486400" cy="16002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Conflit D3D11 / OpenGL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6B6B"/>
                </a:solidFill>
              </a:rPr>
              <a:t>✗  Qt WebEngine + pyqtgraph crash au démarrage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FF9D"/>
                </a:solidFill>
              </a:rPr>
              <a:t>✓  pg.setConfigOptions(useOpenGL=False)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926080"/>
            <a:ext cx="5486400" cy="16002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992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Three.js CDN inaccessible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83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600"/>
                </a:solidFill>
              </a:rPr>
              <a:t>✗  CDN bloqués dans Qt WebEngine, file:// trop limité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947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FF9D"/>
                </a:solidFill>
              </a:rPr>
              <a:t>✓  Vendor local + serveur HTTP Python embarqué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754880"/>
            <a:ext cx="5486400" cy="16002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8280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Échelle signaux EEG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212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600"/>
                </a:solidFill>
              </a:rPr>
              <a:t>✗  Valeurs en Volts (±0.0001V) — courbes invisibles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6235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FF9D"/>
                </a:solidFill>
              </a:rPr>
              <a:t>✓  Auto-scaling: ampScale = 55 / maxAbsValue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097280"/>
            <a:ext cx="5486400" cy="16002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1704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QTextEdit vole le scroll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554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6B6B"/>
                </a:solidFill>
              </a:rPr>
              <a:t>✗  Molette sur textarea → form ne scroll plus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9659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FF9D"/>
                </a:solidFill>
              </a:rPr>
              <a:t>✓  wheelEvent = lambda e: e.ignore()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926080"/>
            <a:ext cx="5486400" cy="16002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9992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Session WebSocket requise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383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600"/>
                </a:solidFill>
              </a:rPr>
              <a:t>✗  WS refusé sans session_id valide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7947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FF9D"/>
                </a:solidFill>
              </a:rPr>
              <a:t>✓  Flux HTTP POST → session_id → ouverture WS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754880"/>
            <a:ext cx="5486400" cy="16002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8280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VPS PostgreSQL down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212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6B6B"/>
                </a:solidFill>
              </a:rPr>
              <a:t>✗  Backend ne peut pas se connecter à la BDD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6235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FF9D"/>
                </a:solidFill>
              </a:rPr>
              <a:t>✓  Redémarrage depuis panel admin OVH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Démonstration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5303520"/>
          </a:xfrm>
          <a:prstGeom prst="rect">
            <a:avLst/>
          </a:prstGeom>
          <a:solidFill>
            <a:srgbClr val="08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D4FF"/>
                </a:solidFill>
              </a:rPr>
              <a:t>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6517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FF9D"/>
                </a:solidFill>
              </a:rPr>
              <a:t>DEMO</a:t>
            </a:r>
          </a:p>
        </p:txBody>
      </p:sp>
      <p:sp>
        <p:nvSpPr>
          <p:cNvPr id="7" name="Oval 6"/>
          <p:cNvSpPr/>
          <p:nvPr/>
        </p:nvSpPr>
        <p:spPr>
          <a:xfrm>
            <a:off x="7406640" y="1234440"/>
            <a:ext cx="329184" cy="32918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23444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50A14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24358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Lancer le backend (FastAPI + tunnel SSH)</a:t>
            </a:r>
          </a:p>
        </p:txBody>
      </p:sp>
      <p:sp>
        <p:nvSpPr>
          <p:cNvPr id="10" name="Oval 9"/>
          <p:cNvSpPr/>
          <p:nvPr/>
        </p:nvSpPr>
        <p:spPr>
          <a:xfrm>
            <a:off x="7406640" y="1801368"/>
            <a:ext cx="329184" cy="329184"/>
          </a:xfrm>
          <a:prstGeom prst="ellipse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80136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50A14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81051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Ouvrir l'application desktop</a:t>
            </a:r>
          </a:p>
        </p:txBody>
      </p:sp>
      <p:sp>
        <p:nvSpPr>
          <p:cNvPr id="13" name="Oval 12"/>
          <p:cNvSpPr/>
          <p:nvPr/>
        </p:nvSpPr>
        <p:spPr>
          <a:xfrm>
            <a:off x="7406640" y="2368296"/>
            <a:ext cx="329184" cy="32918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36829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50A14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377439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Créer un patient</a:t>
            </a:r>
          </a:p>
        </p:txBody>
      </p:sp>
      <p:sp>
        <p:nvSpPr>
          <p:cNvPr id="16" name="Oval 15"/>
          <p:cNvSpPr/>
          <p:nvPr/>
        </p:nvSpPr>
        <p:spPr>
          <a:xfrm>
            <a:off x="7406640" y="2935224"/>
            <a:ext cx="329184" cy="329184"/>
          </a:xfrm>
          <a:prstGeom prst="ellipse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293522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50A14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9443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Démarrer une session d'acquisition</a:t>
            </a:r>
          </a:p>
        </p:txBody>
      </p:sp>
      <p:sp>
        <p:nvSpPr>
          <p:cNvPr id="19" name="Oval 18"/>
          <p:cNvSpPr/>
          <p:nvPr/>
        </p:nvSpPr>
        <p:spPr>
          <a:xfrm>
            <a:off x="7406640" y="3502152"/>
            <a:ext cx="329184" cy="32918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350215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50A14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51129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Visualisation waveform temps réel</a:t>
            </a:r>
          </a:p>
        </p:txBody>
      </p:sp>
      <p:sp>
        <p:nvSpPr>
          <p:cNvPr id="22" name="Oval 21"/>
          <p:cNvSpPr/>
          <p:nvPr/>
        </p:nvSpPr>
        <p:spPr>
          <a:xfrm>
            <a:off x="7406640" y="4069080"/>
            <a:ext cx="329184" cy="329184"/>
          </a:xfrm>
          <a:prstGeom prst="ellipse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406908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50A14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07822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Basculer vers graphique 3D waterfall</a:t>
            </a:r>
          </a:p>
        </p:txBody>
      </p:sp>
      <p:sp>
        <p:nvSpPr>
          <p:cNvPr id="25" name="Oval 24"/>
          <p:cNvSpPr/>
          <p:nvPr/>
        </p:nvSpPr>
        <p:spPr>
          <a:xfrm>
            <a:off x="7406640" y="4636008"/>
            <a:ext cx="329184" cy="32918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46360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50A14"/>
                </a:solidFill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64515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Interagir avec le casque EEG 3D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Résultats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560320" cy="256032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256032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D4FF"/>
                </a:solidFill>
              </a:rPr>
              <a:t>&lt; 100ms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Latence WebSocket
→ rendu graphique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097280"/>
            <a:ext cx="2560320" cy="256032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097280"/>
            <a:ext cx="2560320" cy="54864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371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FF9D"/>
                </a:solidFill>
              </a:rPr>
              <a:t>7+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377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Canaux EEG
simultanés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97280"/>
            <a:ext cx="2560320" cy="256032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2560320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371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D600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377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Modules
fonctionnels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1097280"/>
            <a:ext cx="2560320" cy="256032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1097280"/>
            <a:ext cx="2560320" cy="5486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371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084FC"/>
                </a:solidFill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377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Stack opérationnelle
de bout en bout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31920"/>
            <a:ext cx="11430000" cy="246888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069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Stack complète validée sur Windows 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805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✅  Application lance sans erreur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983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✅  Patients créés et persistés en BDD (VPS OVH)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86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✅  Signal EEG reçu et affiché en temps réel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4805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✅  Graphique 3D waterfall animé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983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✅  Casque 3D interactif + QWebChannel opérationnel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Perspectives d'Évolution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3749039" cy="530352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74903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</a:rPr>
              <a:t>Court terme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Connexion OpenBCI réel (BrainFlow SDK)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9572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Algorithme fatigue : ratio Thêta / Alpha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5409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FFT temps réel sur fenêtre glissante 4s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1246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Export sessions CSV / EDF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097280"/>
            <a:ext cx="3749039" cy="530352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097280"/>
            <a:ext cx="3749039" cy="54864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188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FF9D"/>
                </a:solidFill>
              </a:rPr>
              <a:t>Moyen terme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7373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Application mobile (React Native)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39572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Dashboard web Vue 3 pour médecins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05409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Authentification JWT + gestion des rôles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71246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Alertes temps réel (seuils configurables)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097280"/>
            <a:ext cx="3749039" cy="530352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097280"/>
            <a:ext cx="3749039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1188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600"/>
                </a:solidFill>
              </a:rPr>
              <a:t>Long terme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17373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Modèle ML (LSTM / Transformer sur EEG)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39572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Certification dispositif médical (CE)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305409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Multi-patients simultanés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371246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SaaS cloud pour hôpitaux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21945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NeuralES démontre la faisabilité technique d'un outil EEG desktop moderne avec une stack Python/Qt performante pour du traitement signal temps réel.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L'architecture modulaire (backend FastAPI indépendant, desktop PySide6, rendu 3D Three.js) offre une base solide pour l'intégration d'un algorithme de détection de fatigue réel.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566160"/>
            <a:ext cx="3657600" cy="146304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3566160"/>
            <a:ext cx="54864" cy="1463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611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</a:rPr>
              <a:t>Stack bout-en-bout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0233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FastAPI + PostgreSQL + PySide6 + Three.js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3566160"/>
            <a:ext cx="3657600" cy="146304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3566160"/>
            <a:ext cx="54864" cy="1463040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3611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FF9D"/>
                </a:solidFill>
              </a:rPr>
              <a:t>Défis techniques résolus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0233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D3D11, WebGL dans Qt, auto-scaling EEG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3566160"/>
            <a:ext cx="3657600" cy="146304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3566160"/>
            <a:ext cx="54864" cy="14630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3611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600"/>
                </a:solidFill>
              </a:rPr>
              <a:t>Extensible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0233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OpenBCI, ML, mobile, web prêts à intégrer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5394960"/>
            <a:ext cx="9418320" cy="1097280"/>
          </a:xfrm>
          <a:prstGeom prst="rect">
            <a:avLst/>
          </a:prstGeom>
          <a:solidFill>
            <a:srgbClr val="03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548640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D4FF"/>
                </a:solidFill>
              </a:rPr>
              <a:t>"Du signal brut à la décision clinique — une brique à la fois."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55264"/>
            <a:ext cx="12188952" cy="36576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418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Merci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94A3B8"/>
                </a:solidFill>
              </a:rPr>
              <a:t>Questions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Dylan Andrade Pereira  ·  Ynov Campus Toulouse  · 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434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NeuralES  —  Système d'analyse EEG de la fatigue cognitive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657600"/>
            <a:ext cx="73152" cy="228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657600"/>
            <a:ext cx="73152" cy="2286000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657600"/>
            <a:ext cx="73152" cy="22860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" y="3657600"/>
            <a:ext cx="73152" cy="2286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